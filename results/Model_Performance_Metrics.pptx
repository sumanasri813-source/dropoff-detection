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Model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Binary Classification on Drop-Off Detection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7863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88.8%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90.9%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97.4%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6600"/>
                          </a:solidFill>
                        </a:rPr>
                        <a:t>🥇 1st</a:t>
                      </a:r>
                    </a:p>
                  </a:txBody>
                  <a:tcPr/>
                </a:tc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Random Forest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90.5%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88.5%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89.0%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88.7%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96.8%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🥈 2nd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323232"/>
                </a:solidFill>
              </a:defRPr>
            </a:pPr>
            <a:r>
              <a:t>Key Insight: Both models exceed 90% accuracy threshold. Logistic Regression achieves the highest ROC-AUC (97.4%) and F1-Score (89.9%), making it the best model for this task. Class imbalance requires prioritizing Recall &amp; F1-Score over raw Accuracy.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Best Model Performance &amp; Strategic Talking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2011680"/>
          </a:xfrm>
          <a:prstGeom prst="rect">
            <a:avLst/>
          </a:prstGeom>
          <a:solidFill>
            <a:srgbClr val="006600"/>
          </a:solidFill>
          <a:ln w="25400">
            <a:solidFill>
              <a:srgbClr val="00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r>
              <a:rPr sz="1600" b="1">
                <a:solidFill>
                  <a:srgbClr val="FFFFFF"/>
                </a:solidFill>
              </a:rPr>
              <a:t>🏆 BEST MODEL: LOGISTIC REGRESSION</a:t>
            </a:r>
          </a:p>
          <a:p/>
          <a:p>
            <a:r>
              <a:rPr sz="1400" b="1">
                <a:solidFill>
                  <a:srgbClr val="FFFFFF"/>
                </a:solidFill>
              </a:rPr>
              <a:t>Accuracy: 91.4%</a:t>
            </a:r>
          </a:p>
          <a:p>
            <a:r>
              <a:rPr sz="1400" b="1">
                <a:solidFill>
                  <a:srgbClr val="FFFFFF"/>
                </a:solidFill>
              </a:rPr>
              <a:t>Precision: 88.8%</a:t>
            </a:r>
          </a:p>
          <a:p>
            <a:r>
              <a:rPr sz="1400" b="1">
                <a:solidFill>
                  <a:srgbClr val="FFFFFF"/>
                </a:solidFill>
              </a:rPr>
              <a:t>Recall: 90.9%</a:t>
            </a:r>
          </a:p>
          <a:p>
            <a:r>
              <a:rPr sz="1400" b="1">
                <a:solidFill>
                  <a:srgbClr val="FFFFFF"/>
                </a:solidFill>
              </a:rPr>
              <a:t>F1-Score: 89.9%</a:t>
            </a:r>
          </a:p>
          <a:p>
            <a:r>
              <a:rPr sz="1400" b="1">
                <a:solidFill>
                  <a:srgbClr val="FFFFFF"/>
                </a:solidFill>
              </a:rPr>
              <a:t>ROC-AUC: 97.4%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1">
                <a:solidFill>
                  <a:srgbClr val="003366"/>
                </a:solidFill>
              </a:rPr>
              <a:t>• WHY F1 &amp; RECALL MATTER</a:t>
            </a:r>
          </a:p>
          <a:p>
            <a:pPr lvl="1">
              <a:spcBef>
                <a:spcPts val="300"/>
              </a:spcBef>
              <a:spcAft>
                <a:spcPts val="600"/>
              </a:spcAft>
            </a:pPr>
            <a:r>
              <a:rPr sz="1000">
                <a:solidFill>
                  <a:srgbClr val="282828"/>
                </a:solidFill>
              </a:rPr>
              <a:t>Class imbalance in drop-off data means accuracy alone is misleading. Accuracy can be high even if the model ignores rare drop-offs (majority class bias).</a:t>
            </a:r>
          </a:p>
          <a:p>
            <a:pPr/>
            <a:r>
              <a:rPr sz="1100" b="1">
                <a:solidFill>
                  <a:srgbClr val="003366"/>
                </a:solidFill>
              </a:rPr>
              <a:t>• RECALL INTERPRETATION</a:t>
            </a:r>
          </a:p>
          <a:p>
            <a:pPr lvl="1">
              <a:spcBef>
                <a:spcPts val="300"/>
              </a:spcBef>
              <a:spcAft>
                <a:spcPts val="600"/>
              </a:spcAft>
            </a:pPr>
            <a:r>
              <a:rPr sz="1000">
                <a:solidFill>
                  <a:srgbClr val="282828"/>
                </a:solidFill>
              </a:rPr>
              <a:t>90.9% Recall means we catch ~91 out of 100 actual drop-offs. Missing the rest is costly (lost revenue, poor UX).</a:t>
            </a:r>
          </a:p>
          <a:p>
            <a:pPr/>
            <a:r>
              <a:rPr sz="1100" b="1">
                <a:solidFill>
                  <a:srgbClr val="003366"/>
                </a:solidFill>
              </a:rPr>
              <a:t>• F1-SCORE ADVANTAGE</a:t>
            </a:r>
          </a:p>
          <a:p>
            <a:pPr lvl="1">
              <a:spcBef>
                <a:spcPts val="300"/>
              </a:spcBef>
              <a:spcAft>
                <a:spcPts val="600"/>
              </a:spcAft>
            </a:pPr>
            <a:r>
              <a:rPr sz="1000">
                <a:solidFill>
                  <a:srgbClr val="282828"/>
                </a:solidFill>
              </a:rPr>
              <a:t>89.9% F1-Score balances precision &amp; recall. It's the best metric when you care about both false positives AND false negatives.</a:t>
            </a:r>
          </a:p>
          <a:p>
            <a:pPr/>
            <a:r>
              <a:rPr sz="1100" b="1">
                <a:solidFill>
                  <a:srgbClr val="003366"/>
                </a:solidFill>
              </a:rPr>
              <a:t>• BUSINESS IMPLICATION</a:t>
            </a:r>
          </a:p>
          <a:p>
            <a:pPr lvl="1">
              <a:spcBef>
                <a:spcPts val="300"/>
              </a:spcBef>
              <a:spcAft>
                <a:spcPts val="600"/>
              </a:spcAft>
            </a:pPr>
            <a:r>
              <a:rPr sz="1000">
                <a:solidFill>
                  <a:srgbClr val="282828"/>
                </a:solidFill>
              </a:rPr>
              <a:t>Better to flag a potential drop-off (false positive cost: $10) than miss a real one (false negative cost: $100).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